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47"/>
    <p:restoredTop sz="94737"/>
  </p:normalViewPr>
  <p:slideViewPr>
    <p:cSldViewPr snapToGrid="0">
      <p:cViewPr varScale="1">
        <p:scale>
          <a:sx n="129" d="100"/>
          <a:sy n="129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20D1-D3EC-AD56-4DF9-7BA663EB3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2C3ED-9531-8EE7-2E50-87BEA351C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EB35D-FE54-727A-E034-BDEB632A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6A01C-D311-AC8A-B795-5092CA7E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CC5A6-935F-81B7-8406-38ECF668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6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2A47B-0BF4-C2CD-4F5F-3E511251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E5F6-F62A-0242-5386-03C68CD1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29284-4C1D-CFDD-9912-E9F1C4A2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9D840-B8E5-37C8-88CB-29596A2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3E65A-573A-4309-3024-5F0CC80C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08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378A-B87A-3975-B721-A9900B4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2C7D6-C684-7CD4-9995-74613024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0EA2-397C-A604-2B41-FE42C1E7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59418-7486-D01A-F1DB-6AD453F1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ECEAF-BCB0-6CA0-5A07-3E0A151E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88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3AED-033F-A8A6-41C0-D41F1E83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4F6A-E2E9-DCC1-D09A-C96D7101F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EAC4-5769-903E-398B-ACB3EEF36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2F4F1-C178-C53D-F471-8BD3B7D6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D2AAF-9B28-C6ED-1A2A-7650F88D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79385-B0B4-4B0F-9315-F7981794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9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3B4B-CBF5-2FC1-E292-E09B9EFE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13A31-A446-844F-13F0-1B249D5B9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06E98-DEE4-056E-5C90-47501672D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29FE2-B8A0-B61F-9A9C-D79B4C9D8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D1219-D7C7-B40F-C3D9-5661D0B24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996EE-1A36-523C-5FD5-080D5CBB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5ADF00-7427-CCBB-3A9E-8DA30309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877B17-EA69-C478-F7DE-CA4C3F60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1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54FA-DE5E-1E5F-C557-26FB2A88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97EDF-3462-10E8-0CF1-C8DFD395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CC0AE-0299-F9A6-2844-D1147F2A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22199-AFC7-1BC8-055F-06315A76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88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ED56F-55C5-E88F-F886-FACF831B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08C9F-4BF1-724F-64A5-19FB16FC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E5D61-ED3F-A075-7E78-4F8A4D5F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0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33FE-0D6F-111A-C733-FD9FC5C4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F38F-0C3A-5B4D-C204-867B813E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AF51E-F7CB-789F-6D25-237E135AD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A6457-1EA7-9707-56A3-8911B021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C2103-04F2-BF6A-8D6A-FAD9BB44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40B19-1AD5-9670-474D-950B5A5D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5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B2B7-14B3-0EED-9A08-3430E285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7B672-96A2-53EC-BBBF-46EEDBF1D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4DDAB-B58D-C941-B4BA-47A00A53E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41ADA-DCD7-F054-D932-46C0BED4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39D14-CB3A-CA73-1DC5-EDFADF29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D7136-2E12-925E-D2A3-1C3DC668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58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E8D6-E202-41ED-C652-237A2F04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99D68-A4EF-839D-ACB7-45C03344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A7CD6-2903-0307-D5D8-0604644C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B24F2-3567-9D58-52F6-989F9E4E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BFA7-40BB-F1A6-40F4-B8E9D87C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49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C5B37-57EB-EC29-866E-49F6D60E3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5A4FC-021F-6B0A-6FB7-C95C0F24B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20CCE-3C7E-16CF-E4BF-B789689C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C2D30-7C90-E4CE-D990-774572DF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237AF-0109-9F71-C9FE-241B9D74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0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D55A2-9CE3-360C-5597-F89EEBBD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04687-AB49-757E-3125-5F30939B1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A3365-740B-009F-5E4E-0B5A08296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E46A8-6026-4E46-B53A-BAE24E24DC29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72B54-295C-CF44-AA95-14C906D11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EEEB5-AB5D-EC8B-11F4-7DBE09A56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B4A4D-13B8-B84E-B422-6E391C4A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30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1466-A1C2-9017-2377-EACE109FA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Presentation draft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64C3E-0BC5-01F7-42AF-B1F2AF440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64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8023-7159-C890-19D8-CA3C8057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F37C777-1B0E-4211-84BF-B965F1831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274" y="147145"/>
            <a:ext cx="10047036" cy="6670498"/>
          </a:xfrm>
        </p:spPr>
      </p:pic>
    </p:spTree>
    <p:extLst>
      <p:ext uri="{BB962C8B-B14F-4D97-AF65-F5344CB8AC3E}">
        <p14:creationId xmlns:p14="http://schemas.microsoft.com/office/powerpoint/2010/main" val="47916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graph of blue rectangular bars with white text&#10;&#10;Description automatically generated">
            <a:extLst>
              <a:ext uri="{FF2B5EF4-FFF2-40B4-BE49-F238E27FC236}">
                <a16:creationId xmlns:a16="http://schemas.microsoft.com/office/drawing/2014/main" id="{6EFBE05D-3189-9972-693D-76242F306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4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7236A-5754-3D24-7DF0-1EFBF118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endParaRPr lang="en-GB" sz="5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BCAE00-F466-A5CC-DCF3-FA98836E0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391094"/>
              </p:ext>
            </p:extLst>
          </p:nvPr>
        </p:nvGraphicFramePr>
        <p:xfrm>
          <a:off x="1520876" y="1828800"/>
          <a:ext cx="9150248" cy="4352544"/>
        </p:xfrm>
        <a:graphic>
          <a:graphicData uri="http://schemas.openxmlformats.org/drawingml/2006/table">
            <a:tbl>
              <a:tblPr/>
              <a:tblGrid>
                <a:gridCol w="5034615">
                  <a:extLst>
                    <a:ext uri="{9D8B030D-6E8A-4147-A177-3AD203B41FA5}">
                      <a16:colId xmlns:a16="http://schemas.microsoft.com/office/drawing/2014/main" val="1924781598"/>
                    </a:ext>
                  </a:extLst>
                </a:gridCol>
                <a:gridCol w="1717375">
                  <a:extLst>
                    <a:ext uri="{9D8B030D-6E8A-4147-A177-3AD203B41FA5}">
                      <a16:colId xmlns:a16="http://schemas.microsoft.com/office/drawing/2014/main" val="3590969281"/>
                    </a:ext>
                  </a:extLst>
                </a:gridCol>
                <a:gridCol w="1199129">
                  <a:extLst>
                    <a:ext uri="{9D8B030D-6E8A-4147-A177-3AD203B41FA5}">
                      <a16:colId xmlns:a16="http://schemas.microsoft.com/office/drawing/2014/main" val="2533378489"/>
                    </a:ext>
                  </a:extLst>
                </a:gridCol>
                <a:gridCol w="1199129">
                  <a:extLst>
                    <a:ext uri="{9D8B030D-6E8A-4147-A177-3AD203B41FA5}">
                      <a16:colId xmlns:a16="http://schemas.microsoft.com/office/drawing/2014/main" val="860725552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Distribution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AIC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044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Optimization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7031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Best Response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65625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Replicator Dynamics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1986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Fictitious Play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04095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MCTS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23932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Allocation Algorithm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58899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Stochastic Nash Equilibrium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270" marR="123270" marT="61636" marB="616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225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18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FA3D-2D4E-875C-7AF9-82B125A9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Content Placeholder 10" descr="A graph of a graph showing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AD891FE7-1811-D92C-2D56-B4BDDBC08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589" y="0"/>
            <a:ext cx="9716821" cy="6838847"/>
          </a:xfrm>
        </p:spPr>
      </p:pic>
    </p:spTree>
    <p:extLst>
      <p:ext uri="{BB962C8B-B14F-4D97-AF65-F5344CB8AC3E}">
        <p14:creationId xmlns:p14="http://schemas.microsoft.com/office/powerpoint/2010/main" val="306203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9EC3-5D29-7ADB-F127-0277EEA7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6DDC2B8F-4F15-11CC-88FC-DF38D07B9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886" y="-29658"/>
            <a:ext cx="9918227" cy="6887658"/>
          </a:xfrm>
        </p:spPr>
      </p:pic>
    </p:spTree>
    <p:extLst>
      <p:ext uri="{BB962C8B-B14F-4D97-AF65-F5344CB8AC3E}">
        <p14:creationId xmlns:p14="http://schemas.microsoft.com/office/powerpoint/2010/main" val="8047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C294B8-C100-6433-3DEB-2CD5CEFDB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341204"/>
              </p:ext>
            </p:extLst>
          </p:nvPr>
        </p:nvGraphicFramePr>
        <p:xfrm>
          <a:off x="643467" y="865060"/>
          <a:ext cx="10905067" cy="5127885"/>
        </p:xfrm>
        <a:graphic>
          <a:graphicData uri="http://schemas.openxmlformats.org/drawingml/2006/table">
            <a:tbl>
              <a:tblPr firstRow="1" bandRow="1"/>
              <a:tblGrid>
                <a:gridCol w="5753140">
                  <a:extLst>
                    <a:ext uri="{9D8B030D-6E8A-4147-A177-3AD203B41FA5}">
                      <a16:colId xmlns:a16="http://schemas.microsoft.com/office/drawing/2014/main" val="3550764139"/>
                    </a:ext>
                  </a:extLst>
                </a:gridCol>
                <a:gridCol w="5151927">
                  <a:extLst>
                    <a:ext uri="{9D8B030D-6E8A-4147-A177-3AD203B41FA5}">
                      <a16:colId xmlns:a16="http://schemas.microsoft.com/office/drawing/2014/main" val="3706008546"/>
                    </a:ext>
                  </a:extLst>
                </a:gridCol>
              </a:tblGrid>
              <a:tr h="732555">
                <a:tc>
                  <a:txBody>
                    <a:bodyPr/>
                    <a:lstStyle/>
                    <a:p>
                      <a:endParaRPr lang="en-US" sz="3300"/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300"/>
                        <a:t>Times Better than MCTS</a:t>
                      </a:r>
                    </a:p>
                  </a:txBody>
                  <a:tcPr marL="166490" marR="166490" marT="83245" marB="83245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55682579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Optimization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2985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892666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Best Response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496312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Replicator Dynamics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962501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Fictitious Play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09275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Allocation Algorithm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0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606894"/>
                  </a:ext>
                </a:extLst>
              </a:tr>
              <a:tr h="732555">
                <a:tc>
                  <a:txBody>
                    <a:bodyPr/>
                    <a:lstStyle/>
                    <a:p>
                      <a:r>
                        <a:rPr lang="en-US" sz="3300"/>
                        <a:t>Stochastic Nash Equilibrium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2</a:t>
                      </a:r>
                    </a:p>
                  </a:txBody>
                  <a:tcPr marL="166490" marR="166490" marT="83245" marB="83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3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89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AA56-37AA-75F8-0010-A1CD9A7B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of blue dots&#10;&#10;Description automatically generated">
            <a:extLst>
              <a:ext uri="{FF2B5EF4-FFF2-40B4-BE49-F238E27FC236}">
                <a16:creationId xmlns:a16="http://schemas.microsoft.com/office/drawing/2014/main" id="{5BFEDE7E-3E4E-58E4-E9FC-2F61215F2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655" y="122513"/>
            <a:ext cx="9764689" cy="6612974"/>
          </a:xfrm>
        </p:spPr>
      </p:pic>
    </p:spTree>
    <p:extLst>
      <p:ext uri="{BB962C8B-B14F-4D97-AF65-F5344CB8AC3E}">
        <p14:creationId xmlns:p14="http://schemas.microsoft.com/office/powerpoint/2010/main" val="1444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F4E7-0E8F-9DCE-A5CA-2F5BFCF6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with blue dots&#10;&#10;Description automatically generated">
            <a:extLst>
              <a:ext uri="{FF2B5EF4-FFF2-40B4-BE49-F238E27FC236}">
                <a16:creationId xmlns:a16="http://schemas.microsoft.com/office/drawing/2014/main" id="{3ACE845F-3A46-DB08-ECFE-4432BE27D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722" y="107482"/>
            <a:ext cx="9819165" cy="6643035"/>
          </a:xfrm>
        </p:spPr>
      </p:pic>
    </p:spTree>
    <p:extLst>
      <p:ext uri="{BB962C8B-B14F-4D97-AF65-F5344CB8AC3E}">
        <p14:creationId xmlns:p14="http://schemas.microsoft.com/office/powerpoint/2010/main" val="139181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9C54-1020-7E3D-B1E6-BD5F45C0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085DD773-74B4-9CA7-5632-9DC7168BE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977" y="0"/>
            <a:ext cx="8365423" cy="6833465"/>
          </a:xfrm>
        </p:spPr>
      </p:pic>
    </p:spTree>
    <p:extLst>
      <p:ext uri="{BB962C8B-B14F-4D97-AF65-F5344CB8AC3E}">
        <p14:creationId xmlns:p14="http://schemas.microsoft.com/office/powerpoint/2010/main" val="225951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974</TotalTime>
  <Words>46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Presentation draft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Rochman Sharabi, Eden (Stud. DACS)</dc:creator>
  <cp:lastModifiedBy>Rochman Sharabi, Eden (Stud. DACS)</cp:lastModifiedBy>
  <cp:revision>1</cp:revision>
  <dcterms:created xsi:type="dcterms:W3CDTF">2024-11-13T19:37:48Z</dcterms:created>
  <dcterms:modified xsi:type="dcterms:W3CDTF">2024-11-14T11:52:20Z</dcterms:modified>
</cp:coreProperties>
</file>